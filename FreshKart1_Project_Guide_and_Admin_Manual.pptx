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10B981"/>
                </a:solidFill>
              </a:defRPr>
            </a:pPr>
            <a:r>
              <a:t>FRESHKART 1</a:t>
            </a:r>
          </a:p>
          <a:p>
            <a:pPr>
              <a:defRPr b="1" sz="2400">
                <a:solidFill>
                  <a:srgbClr val="FFFFFF"/>
                </a:solidFill>
              </a:defRPr>
            </a:pPr>
            <a:r>
              <a:t>Apni Digital Kirana Dukan — E-Commerce Platform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System Architecture, Application Workflow &amp; Administration Manual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1. Executive Overview &amp; System Purpose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Modern Full-Stack Kirana E-Commerce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🛒 Core Purpose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fast, modern e-commerce platform tailored for daily Indian Kirana staples (Atta, Rice, Dal, Oil, Dairy, Sabzi, Snacks). Provides 15-minute express delivery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🌐 Full-Stack Architecture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Built with a Python FastAPI REST API backend, SQLite database persistence (freshkart.db), and a high-performance Vanilla HTML5/CSS3/ES6 JavaScript frontend.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🔐 Multi-Role Operations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Supports three distinct user roles: Customers (shopping &amp; tracking), Wholesalers/Suppliers (product supply management), and Administrators (full store &amp; order control).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2. System Architecture &amp; Tech Stack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Modern, lightweight, and robust component layout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🐍 Backend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FastAPI (Python 3.10)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SQLAlchemy ORM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Pydantic Schemas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Passlib Password Hashing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JSON Serialization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💾 Database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SQLite Engine (freshkart.db)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Automatic Schema Migration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Tables: users, products, suppliers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cart_items, wishlist_items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orders, coupons, locations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0F172A"/>
                </a:solidFill>
              </a:defRPr>
            </a:pPr>
            <a:r>
              <a:t>🎨 Frontend Layer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Vanilla HTML5 SPA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CSS Custom Tokens &amp; Glassmorphic UI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ES6 JavaScript Logic Engine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Responsive Mobile Navigation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No Heavy Framework Dependencies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3. End-to-End Application Flow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Integrated workflow between Customer, Backend &amp; 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1. Customer Discovery — Browse categories, live search Atta/Rice/Sabzi, filter by price/rating, view product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2. Cart &amp; Discounts — Add items to basket, apply promo code (e.g. FRESH10), progress bar for free shipping.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3. Multi-Step Checkout — Select saved profile address or new address, validate pincode, select payment method (COD/UPI).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4. SQLite Sync — Order saved in DB, cart cleared, REST API syncs order status across devices.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778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5. Admin Order Tracking — Admin tracks order, updates status (Placed -&gt; Packing -&gt; Shipped -&gt; Delivered), generates PDF invoice.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4. Admin Control Panel — Product &amp; Supplier Management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Full governance over inventory and wholesale suppliers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➕ Add &amp; Edit Kirana Items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Create new product listings with image URLs, unit packaging (e.g. 5kg Pack), original price, discounted price, badges ('100% Whole Wheat', 'Devgad Special'), and descriptions.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🗑️ Delete Products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Instantly remove out-of-stock or discontinued items from the store via the Admin modal.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🏬 Wholesale Supplier Association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Assign products to specific wholesalers (e.g. Ramesh Kirana Wholesale Co., Maharashtra Farmers Co-op, Amul Dairy).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📂 Category Management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Organize items across 7 core categories: Atta, Rice &amp; Dal, Oil &amp; Ghee, Dairy &amp; Butter, Sabzi &amp; Fruits, Tea &amp; Drinks, Snacks &amp; Noodles.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5. Admin Control Panel — Coupons, Pincodes &amp; Users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Store rules, delivery areas, and role permissions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🎟️ Discount Coupons Management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Create percentage discount coupons (e.g. FRESH10, SUPER20) with minimum order thresholds and target audience rules (Everyone vs Specific User).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📍 Serviceable Locations &amp; Pincodes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Define delivery areas (e.g. Savda - 425502, Mumbai - 400001) and delivery timeframes. Unserviceable locations are blocked during checkout.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👥 User Role &amp; Account Administration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View registered accounts, monitor user address profiles, manage supplier accounts, and delete users when needed.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6. Booking &amp; Order Tracking Platform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Real-time order lifecycle monitoring and status updates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📊 Order Search &amp; Filter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Search bookings by Order ID (e.g. FK-894721), Customer Name, or Mobile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🔄 Real-Time Status Update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Change order status via dropdown: Placed -&gt; Packing -&gt; Shipped -&gt; Delivered -&gt; Cancelled. Status updates save to SQLite and notify customer in real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📄 PDF Invoice Generation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Click the PDF icon on any order to instantly generate and print/download an official FreshKart tax invoice.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7. System Credentials &amp; Role Access Matrix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Pre-configured accounts for testing and store administration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8001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Username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Access Permissions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System Admin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yashpatil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12528289Yash@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Full Admin Control Center, Products, Suppliers, Orders, Coupons, Locations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admin123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Full Admin Control Center, Order Tracking, Users &amp; Product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Supplier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supplier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supplier123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Supplier Dashboard, Product Creation &amp; Order Tracking for company items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0F172A"/>
                </a:solidFill>
              </a:defRPr>
            </a:pPr>
            <a:r>
              <a:t>8. Setup &amp; Deployment Manual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Running locally and deploying to production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1. Install Dependencies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Command: pip install -r requirements.txt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2. Start Local FastAPI Backend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Command: uvicorn main:app --reload --port 8000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3. Open Web Application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Command: Navigate to http://localhost:8000 in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</a:defRPr>
            </a:pPr>
            <a:r>
              <a:t>4. Production Deployment</a:t>
            </a:r>
          </a:p>
          <a:p>
            <a:pPr>
              <a:defRPr b="1" sz="1300">
                <a:solidFill>
                  <a:srgbClr val="10B981"/>
                </a:solidFill>
              </a:defRPr>
            </a:pPr>
            <a:r>
              <a:t>Command: Pre-configured for Render via render.yaml &amp; Procfile command: uvicorn main:app --host 0.0.0.0 --port $PORT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88998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10B981"/>
                </a:solidFill>
              </a:defRPr>
            </a:pPr>
            <a:r>
              <a:t>FreshKart 1 is Ready for Operations!</a:t>
            </a:r>
          </a:p>
          <a:p>
            <a:br/>
            <a:pPr>
              <a:defRPr sz="1600">
                <a:solidFill>
                  <a:srgbClr val="FFFFFF"/>
                </a:solidFill>
              </a:defRPr>
            </a:pPr>
            <a:r>
              <a:t>All project files, database schemas, REST endpoints, and admin management tools are fully configured and verified.</a:t>
            </a:r>
          </a:p>
          <a:p>
            <a:br/>
            <a:pPr>
              <a:defRPr b="1" sz="1800">
                <a:solidFill>
                  <a:srgbClr val="F97316"/>
                </a:solidFill>
              </a:defRPr>
            </a:pPr>
            <a:r>
              <a:t>Thank you for using FreshKart 1!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